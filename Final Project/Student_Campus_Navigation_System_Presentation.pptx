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Campus Navigation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C++ Project using Graph Algorithms</a:t>
            </a:r>
          </a:p>
          <a:p>
            <a:r>
              <a:t>Implements Dijkstra and A* Search Algorithms</a:t>
            </a:r>
          </a:p>
          <a:p>
            <a:r>
              <a:t>University of La Verne Campus Navigation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Represent campus as a weighted graph</a:t>
            </a:r>
          </a:p>
          <a:p>
            <a:r>
              <a:t>Display campus nodes and connections</a:t>
            </a:r>
          </a:p>
          <a:p>
            <a:r>
              <a:t>Find shortest routes between locations</a:t>
            </a:r>
          </a:p>
          <a:p>
            <a:r>
              <a:t>Estimate travel time for navigation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Menu Driven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Campus Visualization</a:t>
            </a:r>
          </a:p>
          <a:p>
            <a:r>
              <a:t>2. List Campus Nodes</a:t>
            </a:r>
          </a:p>
          <a:p>
            <a:r>
              <a:t>3. Dijkstra’s Algorithm</a:t>
            </a:r>
          </a:p>
          <a:p>
            <a:r>
              <a:t>4. A* Search Algorithm</a:t>
            </a:r>
          </a:p>
          <a:p>
            <a:r>
              <a:t>0. Exit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Vertices represent buildings and locations</a:t>
            </a:r>
          </a:p>
          <a:p>
            <a:r>
              <a:t>Edges represent roads and walkways</a:t>
            </a:r>
          </a:p>
          <a:p>
            <a:r>
              <a:t>Weights store distance and travel time</a:t>
            </a:r>
          </a:p>
          <a:p>
            <a:r>
              <a:t>Uses adjacency list representation in C++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Campus Nodes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LIB - Wilson Library</a:t>
            </a:r>
          </a:p>
          <a:p>
            <a:r>
              <a:t>FH - Founders Hall</a:t>
            </a:r>
          </a:p>
          <a:p>
            <a:r>
              <a:t>HB - Hoover Building</a:t>
            </a:r>
          </a:p>
          <a:p>
            <a:r>
              <a:t>ACC - Abraham Campus Center</a:t>
            </a:r>
          </a:p>
          <a:p>
            <a:r>
              <a:t>CH - Citrus Hall</a:t>
            </a:r>
          </a:p>
          <a:p>
            <a:r>
              <a:t>VLV - Vista La Verne</a:t>
            </a:r>
          </a:p>
          <a:p>
            <a:r>
              <a:t>SAP - Sports Science &amp; Athletics Pavilion</a:t>
            </a:r>
          </a:p>
          <a:p>
            <a:r>
              <a:t>PG - Parking Garage</a:t>
            </a:r>
          </a:p>
          <a:p>
            <a:r>
              <a:t>G1 - Main Gate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C++ Structures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Edge structure stores destination, distance, and time</a:t>
            </a:r>
          </a:p>
          <a:p>
            <a:r>
              <a:t>Node structure stores node information and coordinates</a:t>
            </a:r>
          </a:p>
          <a:p>
            <a:r>
              <a:t>map&lt;string, Node&gt; stores campus nodes</a:t>
            </a:r>
          </a:p>
          <a:p>
            <a:r>
              <a:t>map&lt;string, vector&lt;Edge&gt;&gt; stores graph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Loading Campus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loadCampusData() function initializes all nodes</a:t>
            </a:r>
          </a:p>
          <a:p>
            <a:r>
              <a:t>Graph connections are added as undirected edges</a:t>
            </a:r>
          </a:p>
          <a:p>
            <a:r>
              <a:t>Distances and travel times are predefined</a:t>
            </a:r>
          </a:p>
          <a:p>
            <a:r>
              <a:t>Simulates XML data loading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Campus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Option 1 displays graph connections</a:t>
            </a:r>
          </a:p>
          <a:p>
            <a:r>
              <a:t>Shows roads and distances between buildings</a:t>
            </a:r>
          </a:p>
          <a:p>
            <a:r>
              <a:t>Provides text-based campus map</a:t>
            </a:r>
          </a:p>
          <a:p>
            <a:r>
              <a:t>Helps users understand campus layout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Listing Campus Nodes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Option 2 displays all available nodes</a:t>
            </a:r>
          </a:p>
          <a:p>
            <a:r>
              <a:t>Shows Node ID and Building Name</a:t>
            </a:r>
          </a:p>
          <a:p>
            <a:r>
              <a:t>Useful for user input reference</a:t>
            </a:r>
          </a:p>
          <a:p>
            <a:r>
              <a:t>Formatted using setw()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Dijkstra’s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Finds shortest path between two nodes</a:t>
            </a:r>
          </a:p>
          <a:p>
            <a:r>
              <a:t>Uses priority queue for optimization</a:t>
            </a:r>
          </a:p>
          <a:p>
            <a:r>
              <a:t>Calculates minimum total distance</a:t>
            </a:r>
          </a:p>
          <a:p>
            <a:r>
              <a:t>Computes estimated travel 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Dijkstra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Initialize all distances to infinity</a:t>
            </a:r>
          </a:p>
          <a:p>
            <a:r>
              <a:t>Start node distance becomes 0</a:t>
            </a:r>
          </a:p>
          <a:p>
            <a:r>
              <a:t>Visit nearest unvisited node</a:t>
            </a:r>
          </a:p>
          <a:p>
            <a:r>
              <a:t>Relax neighboring edges</a:t>
            </a:r>
          </a:p>
          <a:p>
            <a:r>
              <a:t>Repeat until destination reached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A* Search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heuristics for faster pathfinding</a:t>
            </a:r>
          </a:p>
          <a:p>
            <a:r>
              <a:t>Combines actual cost and estimated cost</a:t>
            </a:r>
          </a:p>
          <a:p>
            <a:r>
              <a:t>Uses Euclidean distance heuristic</a:t>
            </a:r>
          </a:p>
          <a:p>
            <a:r>
              <a:t>Efficient for navigation systems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Heuristic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Calculates straight-line distance</a:t>
            </a:r>
          </a:p>
          <a:p>
            <a:r>
              <a:t>Uses node coordinates (x,y)</a:t>
            </a:r>
          </a:p>
          <a:p>
            <a:r>
              <a:t>Formula: sqrt(dx² + dy²)</a:t>
            </a:r>
          </a:p>
          <a:p>
            <a:r>
              <a:t>Improves search efficiency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Checks whether Node ID exists</a:t>
            </a:r>
          </a:p>
          <a:p>
            <a:r>
              <a:t>Displays error for invalid input</a:t>
            </a:r>
          </a:p>
          <a:p>
            <a:r>
              <a:t>Requests input again until valid</a:t>
            </a:r>
          </a:p>
          <a:p>
            <a:r>
              <a:t>Improves system reliability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Display Main Menu</a:t>
            </a:r>
          </a:p>
          <a:p>
            <a:r>
              <a:t>Accept user choice</a:t>
            </a:r>
          </a:p>
          <a:p>
            <a:r>
              <a:t>Execute selected option</a:t>
            </a:r>
          </a:p>
          <a:p>
            <a:r>
              <a:t>Return to main menu</a:t>
            </a:r>
          </a:p>
          <a:p>
            <a:r>
              <a:t>Exit when user selects 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Displays start and destination names</a:t>
            </a:r>
          </a:p>
          <a:p>
            <a:r>
              <a:t>Shows shortest route graph</a:t>
            </a:r>
          </a:p>
          <a:p>
            <a:r>
              <a:t>Prints total distance</a:t>
            </a:r>
          </a:p>
          <a:p>
            <a:r>
              <a:t>Displays estimated travel time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Compiler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Compile: g++ campus_navigation.cpp -std=c++17 -o campus_navigation</a:t>
            </a:r>
          </a:p>
          <a:p>
            <a:r>
              <a:t>Run on Linux/macOS: ./campus_navigation</a:t>
            </a:r>
          </a:p>
          <a:p>
            <a:r>
              <a:t>Run on Windows: campus_navigation.exe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 campus navigation</a:t>
            </a:r>
          </a:p>
          <a:p>
            <a:r>
              <a:t>Smart campus systems</a:t>
            </a:r>
          </a:p>
          <a:p>
            <a:r>
              <a:t>Emergency route planning</a:t>
            </a:r>
          </a:p>
          <a:p>
            <a:r>
              <a:t>Parking guidance systems</a:t>
            </a:r>
          </a:p>
          <a:p>
            <a:r>
              <a:t>Campus transportation optimization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Demonstrates graph algorithms in real applications</a:t>
            </a:r>
          </a:p>
          <a:p>
            <a:r>
              <a:t>Efficient route optimization system</a:t>
            </a:r>
          </a:p>
          <a:p>
            <a:r>
              <a:t>Easy to extend with XML parsing and GUI</a:t>
            </a:r>
          </a:p>
          <a:p>
            <a:r>
              <a:t>Foundation for smart navigation systems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Student Campus Navigation System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